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Opays Tech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664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 — version prudente et opérationnelle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Cabinet d’ingénierie de l’efficience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 hybride : Forge (cash engine) + Sovereign (autonomy engine)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Devise de travail : ZAR | TVA en pass-through | approche conservatrice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Opays Tech | dossier préparé pour partenaires, comités et investisseurs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 problème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PME et structures locales paient souvent la complexité en temps, en marges perdues et en exécution irrégulière.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équipes manquent de méthode claire pour transformer une intention en livrable.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prestations sont souvent vendues comme des heures, pas comme des résultats.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outils IA existent, mais restent mal encadrés, donc peu monétisables.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veut de la vitesse, de la fiabilité et des preuves, pas une promesse floue.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cela coûte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Retards de livraison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et surcharge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Décisions mal documentées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confiance commerciale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Opays Tech — analyse prudente, sans hypothèses de croissance agressives.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La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Opays Tech structure la livraison, réduit le bruit et convertit les agents IA en système exploitable.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: diagnostics, sprints, implementation et retainer pour générer du cash.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: travaux stratégiques, recherche premium et autonomie de long terme.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skills et agents sont intégrés à une gouvernance lisible, pas utilisés comme gadget.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mission suit une séquence : cadrage → audit → plan → exécution → vérification.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c’est différent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Cabinet d’ingénierie, pas agence généraliste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 et SOPs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Décisions traçables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Approche compatible investisseurs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finance la machine. Sovereign la rend durable.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Offres et marge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offres sont productisées pour protéger les marges et éviter la dérive de scope.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stratégique / opérationnel : point d’entrée rapide et lisible.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d’implémentation : livrable à délai court, valeur claire.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Retainer mensuel : continuité, pilotage, amélioration et support.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premium : dossiers de fond, recherche et accompagnement à forte valeur.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de marge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revenue: ZAR 1,793,550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gross margin: 69.5%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EBITDA: ZAR 309,855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Break-even month: 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privilégie la discipline commerciale plutôt que le volume non maîtrisé.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Go-to-market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lancement existe déjà : l’enjeu est maintenant d’ordonner le flux, de le mesurer et de le convertir.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company page : contenu, crédibilité, appels à l’action et rendez-vous qualifiés.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Premier wedge académique : recherche, workflow et mémoire documentaire comme preuve de valeur.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Médias locaux : visibilité de marque et confiance de proximité.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Recommandations / partenaires : canal le plus sain pour la marge et la vitesse.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Prospection directe : ciblage de comptes avec besoins explicites.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à sécuriser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Traçage des leads par canal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 discovery → audit → proposition → close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dépendance à une seule source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du temps de conversion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site et les comptes sociaux sont des actifs de conversion, pas seulement de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Opérations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différence entre une idée et une entreprise, c’est la répétabilité.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intègre le rôle réel de l’équipe : Fénelon sur la vision et la R&amp;D, Prince sur le commercial, Patricia sur la gestion comptable, Zaina sur la communication.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capacité est dimensionnée pour éviter la surpromesse et le surmenage.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livraison suit un playbook du lead au retainer.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SOPs et la cadence hebdomadaire rendent l’exécution visible.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wedge académique sert de terrain de démonstration avant l’extension à d’autres secteurs.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l’investisseur veut voir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fait quoi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poste reste à pourvoir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Combien de temps par semaine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les priorités se décident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la qualité est contrôlée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L’opérationnel est le vrai moat.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Équipe, pipeline et plan 90 jours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raffinements demandés sont déjà intégrés au dossier de travail.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: Fénelon Lamsasiri pilote la vision ; Prince Bagheni pilote le commercial ; Patricia Zamwana porte la gestion comptable ; Zaina Bwale Godlove porte la communication.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: LinkedIn, médias locaux, referrals et prospection directe avec conversion attendue et valeur mensuelle.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 : universités et recherche comme premier cas d’usage démonstratif.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90_Day_Plan : 12 semaines de priorités, actions, KPI et livrables.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Pitch_Outline : narratif investisseur aligné sur le modèle financier.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pratique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Aligner le modèle à l’équipe réelle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Aligner le modèle au pipeline réel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gouvernance et delivery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le workbook en présentation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Rester prudent sur les chiffres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but n’est pas de prévoir parfaitement — c’est de piloter sans se mentir.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Modèle financier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reste prudent, lisible et défendable devant des investisseurs.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revenue: ZAR 1,793,550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gross margin: 69.5%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EBITDA: ZAR 309,855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36 ending cash: ZAR 4,131,725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Hypothèses clés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ZAR comme devise de référence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TVA en pass-through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 modélisé à 27%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target recommandé: ZAR 1,200,000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vise la crédibilité, pas l’embellissement.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Risques et réponses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anticipe les zones d’ombre pour éviter les questions faciles à démonter.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de dépendance au fondateur → documentation, rôles et SOPs.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de concentration client → diversification par canal et par offre.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de dérive de scope → offres productisées et garde-fous de livraison.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de trésorerie → modèle conservateur et suivi du cashflow.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Réponses attendues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maintenant ?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vous ?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cette marge ?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 passe-t-il si la croissance ralentit 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investisseurs sérieux apprécient les modèles qui répondent avant d’être interrogés.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Use of funds et prochain pas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financement sert à stabiliser la machine, pas à masquer un manque de clarté.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Renforcer la capacité commerciale et la structuration du pipeline.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Sécuriser la production, la qualité et la gouvernance interne.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les agents / skills en avantage opérationnel concret.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passer le système de “bon dossier” à “machine répétable”.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Proposition de séquence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45552" y="1938528"/>
            <a:ext cx="34290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le pitch deck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Aligner l’équipe sur les rôles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Suivre le pipeline sur 90 jours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 le dossier à partenaires et investisseurs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Opays Tech — prêt pour la discussion sérieuse.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Opays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Opays Tech — Investor Deck</dc:title>
  <dc:subject>Investor pitch deck</dc:subject>
  <dc:creator>Opays Tech</dc:creator>
  <cp:lastModifiedBy>Opays Tech</cp:lastModifiedBy>
  <cp:revision>1</cp:revision>
  <dcterms:created xsi:type="dcterms:W3CDTF">2026-05-28T10:13:34Z</dcterms:created>
  <dcterms:modified xsi:type="dcterms:W3CDTF">2026-05-28T10:13:34Z</dcterms:modified>
</cp:coreProperties>
</file>